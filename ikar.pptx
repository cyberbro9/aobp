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16072-3F86-4C36-855F-EC919E72E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24D528-FF6C-4C65-B64A-C1139C225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1DFA8D-ABB8-4BD7-9C3D-9FBA2B82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590C-0178-477F-B62D-4BD2508A61A2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F18756-50A8-40F5-B543-E53C88F82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37929-E3FE-42CA-B67C-D68BAB4D9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B5E8-C883-468E-B55A-7884292F59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92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355B8E-983F-477C-AF96-1BBB26235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71DD08-D4D3-462A-AADC-E030BC458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5170B4-B0B8-4D18-9705-49559C2CA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590C-0178-477F-B62D-4BD2508A61A2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CAD03B-73F8-4232-B59C-1C4D4B48D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7DEDAD-48B9-4BA5-82E2-1F5801B5B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B5E8-C883-468E-B55A-7884292F59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865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921CF-A62A-4A5E-9ECA-F604BC62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8AB245-1CA7-4D26-A2F5-619A83B4A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320936-F884-4794-913E-E00AB21C0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590C-0178-477F-B62D-4BD2508A61A2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7D1D0A-84B7-45EC-B6BD-54FDD8063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79E922-98FF-4797-BF9C-183A0B4E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B5E8-C883-468E-B55A-7884292F59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127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62E0FD-107B-4933-AC6B-AAA380003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492B56-A022-4C02-AF7C-B4BE922CD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7EE3A39-254B-4FCC-851B-E728A4673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F2464E-D952-4B34-90EB-DBF6D9C29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590C-0178-477F-B62D-4BD2508A61A2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CC8761-1FBE-48AE-BB08-1C4F8F679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794D1C-EBA8-4594-B6C7-E6DFB5650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B5E8-C883-468E-B55A-7884292F59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020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234265-85C2-4B5E-ABFC-21E0ECBFC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9E6D73-B627-4D69-90E3-3EE2D5DE2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006285D-B730-4483-A9CA-188052B81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AD064ED-D5EA-4A81-8FEB-84FC79F90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D55230C-F96C-4621-8719-1CCC024DA0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9A95F4-077A-4116-B4EE-BF71F790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590C-0178-477F-B62D-4BD2508A61A2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D098A44-0021-47FC-ACF6-2394F8A03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70CA3DD-7855-49B2-A4FB-3D12A2A89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B5E8-C883-468E-B55A-7884292F59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104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38AD58-4C16-4727-BD40-6D574C70A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68600D9-B68A-42F2-9336-4A4433F1B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590C-0178-477F-B62D-4BD2508A61A2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199942-27F0-4A37-8A02-81BBC8C1B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780F0-673F-431C-80CF-A3533C12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B5E8-C883-468E-B55A-7884292F59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220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633452-0192-433F-B15D-76E10E767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590C-0178-477F-B62D-4BD2508A61A2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0969394-4FB9-4DFA-B6BD-D1B5DCA2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B5F2F4-0C15-4715-8FF1-F3DCAEF54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B5E8-C883-468E-B55A-7884292F59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484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D00CE9-56C1-4539-9240-7CFD8919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AEBBB5-CA68-48B5-825D-1688F870A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9CF9E-4912-4CD2-A6A0-E722BB7A5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62FD42-FCDF-43DC-8298-4EC745AA6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590C-0178-477F-B62D-4BD2508A61A2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25EAAB-C94C-4C09-81FB-FA21BFB60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A8FA05-CEE5-4E79-B42A-FFD2F533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B5E8-C883-468E-B55A-7884292F59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085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D7CAC-F85F-451D-88C5-9C4CA2974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64C59FC-4629-4A96-BCBB-D57019DD29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16B0C7-C677-4F85-9CE0-C91386B6D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F99A74-A6C9-4954-9A8D-D9F23EE33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590C-0178-477F-B62D-4BD2508A61A2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251D83-5AD7-413D-84B1-0CCAF83A0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E298E0-1132-4C47-B4F7-76BD67010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B5E8-C883-468E-B55A-7884292F59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160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2BD863-AACD-40DE-95D1-842E7B4F2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DAF9EED-2F08-4A77-8991-6C0549873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EEDC00-924E-4923-84CC-C536A64AF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590C-0178-477F-B62D-4BD2508A61A2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DDB131-C6FD-4801-8DAA-1B1D9498A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1C798E-E4AF-493E-B6FE-BA2649DB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B5E8-C883-468E-B55A-7884292F59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444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FAA03B5-1972-4052-B678-F4F84B901B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CD29AD-852D-4F0D-A487-B5B778F07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5A5AAF-45D1-4522-B7AF-E125832FE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590C-0178-477F-B62D-4BD2508A61A2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AC1602-72F3-44EF-A5D1-7A893DB4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2EFE5E-50D2-425F-A594-79612F5B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B5E8-C883-468E-B55A-7884292F59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887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1D5F4C-EB02-48D7-A212-4F436EADE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723D94-3D1F-475A-B21C-E3EBAB786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9BD1DA-3CB1-40C3-8048-94C8C4562F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F590C-0178-477F-B62D-4BD2508A61A2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305045-82EE-4D01-B20C-B5969B7CE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819649-FA7E-4A38-8934-483AB950C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2B5E8-C883-468E-B55A-7884292F59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419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5F8E1A-833E-46E9-A9D4-999B6AED3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268"/>
            <a:ext cx="9144000" cy="565608"/>
          </a:xfrm>
        </p:spPr>
        <p:txBody>
          <a:bodyPr>
            <a:noAutofit/>
          </a:bodyPr>
          <a:lstStyle/>
          <a:p>
            <a:r>
              <a:rPr lang="ru-RU" sz="4000" b="1" dirty="0">
                <a:effectLst/>
                <a:latin typeface="Bahnschrift" panose="020B0502040204020203" pitchFamily="34" charset="0"/>
              </a:rPr>
              <a:t>Автоматизация бизнес-процессов</a:t>
            </a:r>
            <a:endParaRPr lang="ru-RU" sz="4000" b="1" dirty="0">
              <a:latin typeface="Bahnschrift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F8D9B1-6C8D-412A-AE6E-9BC7FAF81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1327" y="5476973"/>
            <a:ext cx="8069345" cy="103694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sz="2800" i="1" dirty="0">
                <a:effectLst/>
                <a:latin typeface="Sitka Subheading" panose="02000505000000020004" pitchFamily="2" charset="0"/>
              </a:rPr>
              <a:t>Проект, направленный на </a:t>
            </a:r>
            <a:r>
              <a:rPr lang="ru-RU" sz="2800" i="1" dirty="0">
                <a:solidFill>
                  <a:srgbClr val="FF0000"/>
                </a:solidFill>
                <a:effectLst/>
                <a:latin typeface="Sitka Subheading" panose="02000505000000020004" pitchFamily="2" charset="0"/>
              </a:rPr>
              <a:t>оптимизацию</a:t>
            </a:r>
            <a:r>
              <a:rPr lang="ru-RU" sz="2800" i="1" dirty="0">
                <a:effectLst/>
                <a:latin typeface="Sitka Subheading" panose="02000505000000020004" pitchFamily="2" charset="0"/>
              </a:rPr>
              <a:t> процесса создания сертификатов для больших групп людей за счет использования электронных таблиц Excel</a:t>
            </a:r>
            <a:endParaRPr lang="ru-RU" sz="2800" i="1" dirty="0">
              <a:latin typeface="Sitka Subheading" panose="02000505000000020004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3DB77C9-0770-4C51-8889-A6824CA95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825" y="659875"/>
            <a:ext cx="7296347" cy="4364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1820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C1D106-3230-4BA9-89CC-4E8003682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Sitka Subheading" panose="02000505000000020004" pitchFamily="2" charset="0"/>
              </a:rPr>
              <a:t>Цели проекта: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8CFEA6-0107-4D72-A221-CC3DA2CF7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60255"/>
          </a:xfrm>
        </p:spPr>
        <p:txBody>
          <a:bodyPr>
            <a:normAutofit fontScale="92500" lnSpcReduction="10000"/>
          </a:bodyPr>
          <a:lstStyle/>
          <a:p>
            <a:pPr marL="514350" indent="-514350" algn="just">
              <a:buAutoNum type="arabicPeriod"/>
            </a:pPr>
            <a:r>
              <a:rPr lang="ru-RU" dirty="0">
                <a:latin typeface="Sitka Subheading" panose="02000505000000020004" pitchFamily="2" charset="0"/>
                <a:ea typeface="Ebrima" panose="02000000000000000000" pitchFamily="2" charset="0"/>
                <a:cs typeface="Ebrima" panose="02000000000000000000" pitchFamily="2" charset="0"/>
              </a:rPr>
              <a:t>Проект создан для </a:t>
            </a:r>
            <a:r>
              <a:rPr lang="ru-RU" dirty="0">
                <a:solidFill>
                  <a:srgbClr val="FF0000"/>
                </a:solidFill>
                <a:latin typeface="Sitka Subheading" panose="02000505000000020004" pitchFamily="2" charset="0"/>
                <a:ea typeface="Ebrima" panose="02000000000000000000" pitchFamily="2" charset="0"/>
                <a:cs typeface="Ebrima" panose="02000000000000000000" pitchFamily="2" charset="0"/>
              </a:rPr>
              <a:t>упрощения</a:t>
            </a:r>
            <a:r>
              <a:rPr lang="ru-RU" dirty="0">
                <a:latin typeface="Sitka Subheading" panose="02000505000000020004" pitchFamily="2" charset="0"/>
                <a:ea typeface="Ebrima" panose="02000000000000000000" pitchFamily="2" charset="0"/>
                <a:cs typeface="Ebrima" panose="02000000000000000000" pitchFamily="2" charset="0"/>
              </a:rPr>
              <a:t> создания дипломов, грамот и т.п.</a:t>
            </a:r>
          </a:p>
          <a:p>
            <a:pPr marL="514350" indent="-514350" algn="just">
              <a:buAutoNum type="arabicPeriod"/>
            </a:pPr>
            <a:endParaRPr lang="ru-RU" dirty="0">
              <a:latin typeface="Sitka Subheading" panose="02000505000000020004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514350" indent="-514350" algn="just">
              <a:spcBef>
                <a:spcPts val="0"/>
              </a:spcBef>
              <a:buAutoNum type="arabicPeriod"/>
            </a:pPr>
            <a:r>
              <a:rPr lang="ru-RU" sz="3000" dirty="0">
                <a:latin typeface="Sitka Subheading" panose="02000505000000020004" pitchFamily="2" charset="0"/>
                <a:ea typeface="Ebrima" panose="02000000000000000000" pitchFamily="2" charset="0"/>
                <a:cs typeface="Ebrima" panose="02000000000000000000" pitchFamily="2" charset="0"/>
              </a:rPr>
              <a:t>Также</a:t>
            </a:r>
            <a:r>
              <a:rPr lang="ru-RU" dirty="0">
                <a:latin typeface="Sitka Subheading" panose="02000505000000020004" pitchFamily="2" charset="0"/>
                <a:ea typeface="Ebrima" panose="02000000000000000000" pitchFamily="2" charset="0"/>
                <a:cs typeface="Ebrima" panose="02000000000000000000" pitchFamily="2" charset="0"/>
              </a:rPr>
              <a:t> с помощью этого проекта можно </a:t>
            </a:r>
            <a:r>
              <a:rPr lang="ru-RU" dirty="0">
                <a:solidFill>
                  <a:srgbClr val="FF0000"/>
                </a:solidFill>
                <a:latin typeface="Sitka Subheading" panose="02000505000000020004" pitchFamily="2" charset="0"/>
                <a:ea typeface="Ebrima" panose="02000000000000000000" pitchFamily="2" charset="0"/>
                <a:cs typeface="Ebrima" panose="02000000000000000000" pitchFamily="2" charset="0"/>
              </a:rPr>
              <a:t>сэкономить время </a:t>
            </a:r>
            <a:r>
              <a:rPr lang="ru-RU" dirty="0">
                <a:latin typeface="Sitka Subheading" panose="02000505000000020004" pitchFamily="2" charset="0"/>
                <a:ea typeface="Ebrima" panose="02000000000000000000" pitchFamily="2" charset="0"/>
                <a:cs typeface="Ebrima" panose="02000000000000000000" pitchFamily="2" charset="0"/>
              </a:rPr>
              <a:t>на распечатку кучи документов по типу грамот.</a:t>
            </a:r>
          </a:p>
        </p:txBody>
      </p:sp>
    </p:spTree>
    <p:extLst>
      <p:ext uri="{BB962C8B-B14F-4D97-AF65-F5344CB8AC3E}">
        <p14:creationId xmlns:p14="http://schemas.microsoft.com/office/powerpoint/2010/main" val="2452037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682F0D-B671-47AB-A018-05458D71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Sitka Subheading" panose="02000505000000020004" pitchFamily="2" charset="0"/>
              </a:rPr>
              <a:t>Описание проекта: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CD470F-3CE0-4D4F-9002-F74B6FC7D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Sitka Subheading" panose="02000505000000020004" pitchFamily="2" charset="0"/>
              </a:rPr>
              <a:t>Мы с нашей командой решили создать такое </a:t>
            </a:r>
            <a:r>
              <a:rPr lang="ru-RU" dirty="0">
                <a:solidFill>
                  <a:srgbClr val="FF0000"/>
                </a:solidFill>
                <a:latin typeface="Sitka Subheading" panose="02000505000000020004" pitchFamily="2" charset="0"/>
              </a:rPr>
              <a:t>приложение</a:t>
            </a:r>
            <a:r>
              <a:rPr lang="ru-RU" dirty="0">
                <a:latin typeface="Sitka Subheading" panose="02000505000000020004" pitchFamily="2" charset="0"/>
              </a:rPr>
              <a:t>, которое </a:t>
            </a:r>
            <a:r>
              <a:rPr lang="ru-RU" dirty="0">
                <a:solidFill>
                  <a:srgbClr val="FF0000"/>
                </a:solidFill>
                <a:latin typeface="Sitka Subheading" panose="02000505000000020004" pitchFamily="2" charset="0"/>
              </a:rPr>
              <a:t>помогает</a:t>
            </a:r>
            <a:r>
              <a:rPr lang="ru-RU" dirty="0">
                <a:latin typeface="Sitka Subheading" panose="02000505000000020004" pitchFamily="2" charset="0"/>
              </a:rPr>
              <a:t> педагогам, нуждающимся в быстром создании грамот, сертификатов и дипломов, которое </a:t>
            </a:r>
            <a:r>
              <a:rPr lang="ru-RU" dirty="0">
                <a:solidFill>
                  <a:srgbClr val="FF0000"/>
                </a:solidFill>
                <a:latin typeface="Sitka Subheading" panose="02000505000000020004" pitchFamily="2" charset="0"/>
              </a:rPr>
              <a:t>создает</a:t>
            </a:r>
            <a:r>
              <a:rPr lang="ru-RU" dirty="0">
                <a:latin typeface="Sitka Subheading" panose="02000505000000020004" pitchFamily="2" charset="0"/>
              </a:rPr>
              <a:t> эти документы буквально </a:t>
            </a:r>
            <a:r>
              <a:rPr lang="ru-RU" dirty="0">
                <a:solidFill>
                  <a:srgbClr val="FF0000"/>
                </a:solidFill>
                <a:latin typeface="Sitka Subheading" panose="02000505000000020004" pitchFamily="2" charset="0"/>
              </a:rPr>
              <a:t>за несколько минут</a:t>
            </a:r>
            <a:r>
              <a:rPr lang="ru-RU" dirty="0">
                <a:latin typeface="Sitka Subheading" panose="02000505000000020004" pitchFamily="2" charset="0"/>
              </a:rPr>
              <a:t> вместо нескольких часов.</a:t>
            </a:r>
          </a:p>
        </p:txBody>
      </p:sp>
    </p:spTree>
    <p:extLst>
      <p:ext uri="{BB962C8B-B14F-4D97-AF65-F5344CB8AC3E}">
        <p14:creationId xmlns:p14="http://schemas.microsoft.com/office/powerpoint/2010/main" val="868632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A5382-0611-4E30-AB9F-827ABFA18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Sitka Subheading" panose="02000505000000020004" pitchFamily="2" charset="0"/>
              </a:rPr>
              <a:t>Заключение: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B44DDE-32B0-439C-9AC5-F30F11051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450609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Матовое стекло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93</Words>
  <Application>Microsoft Office PowerPoint</Application>
  <PresentationFormat>Широкоэкранный</PresentationFormat>
  <Paragraphs>10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Arial</vt:lpstr>
      <vt:lpstr>Bahnschrift</vt:lpstr>
      <vt:lpstr>Calibri</vt:lpstr>
      <vt:lpstr>Calibri Light</vt:lpstr>
      <vt:lpstr>Sitka Subheading</vt:lpstr>
      <vt:lpstr>Тема Office</vt:lpstr>
      <vt:lpstr>Автоматизация бизнес-процессов</vt:lpstr>
      <vt:lpstr>Цели проекта:</vt:lpstr>
      <vt:lpstr>Описание проекта:</vt:lpstr>
      <vt:lpstr>Заключение: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Автоматизация бизнес-процессов</dc:title>
  <dc:creator>Python Project</dc:creator>
  <cp:lastModifiedBy>Python Project</cp:lastModifiedBy>
  <cp:revision>2</cp:revision>
  <dcterms:created xsi:type="dcterms:W3CDTF">2025-11-12T11:45:40Z</dcterms:created>
  <dcterms:modified xsi:type="dcterms:W3CDTF">2025-11-19T11:30:34Z</dcterms:modified>
</cp:coreProperties>
</file>